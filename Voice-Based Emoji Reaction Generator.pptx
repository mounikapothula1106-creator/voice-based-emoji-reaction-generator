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30.10.2025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i.com/sajt4_wpwak5/?utm_source=ppt_qr_code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i.com/sajt4_wpwak5/?utm_source=ppt_qr_code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4400" y="8496300"/>
            <a:ext cx="7162800" cy="1422400"/>
          </a:xfrm>
          <a:custGeom>
            <a:avLst/>
            <a:gdLst/>
            <a:ahLst/>
            <a:cxnLst/>
            <a:rect l="l" t="t" r="r" b="b"/>
            <a:pathLst>
              <a:path w="7162800" h="1422400">
                <a:moveTo>
                  <a:pt x="0" y="0"/>
                </a:moveTo>
                <a:lnTo>
                  <a:pt x="7162800" y="0"/>
                </a:lnTo>
                <a:lnTo>
                  <a:pt x="7162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4" name="Picture 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Admin</cp:lastModifiedBy>
  <cp:revision>1</cp:revision>
  <dcterms:created xsi:type="dcterms:W3CDTF">2006-08-16T00:00:00Z</dcterms:created>
  <dcterms:modified xsi:type="dcterms:W3CDTF">2025-10-30T07:35:00Z</dcterms:modified>
</cp:coreProperties>
</file>